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91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D9488"/>
                </a:solidFill>
                <a:latin typeface="Segoe UI"/>
              </a:rPr>
              <a:t>MEDICAL TRAVEL  ·  SINGAPORE → BATAM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0F172A"/>
                </a:solidFill>
                <a:latin typeface="Segoe UI"/>
              </a:rPr>
              <a:t>MedBridge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6583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Segoe UI"/>
              </a:rPr>
              <a:t>One coordinated pass for cross-border care — treatment, specialist, ferry, transfer and recovery stay in a single priced bundle.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87168"/>
            <a:ext cx="3200400" cy="1463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D97706"/>
                </a:solidFill>
                <a:latin typeface="Segoe UI"/>
              </a:rPr>
              <a:t>THE PROBLEM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Patients assemble their own care across four disconnected bookings — and nobody owns the journey.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487168"/>
            <a:ext cx="3200400" cy="1463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269748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D9488"/>
                </a:solidFill>
                <a:latin typeface="Segoe UI"/>
              </a:rPr>
              <a:t>THE PRODUCT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One conversation, one itemised price, one confirmation — approved by a named human before the patient sees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24528"/>
            <a:ext cx="10927080" cy="2212848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HOW THE MARKETPLACE EARNS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00600"/>
            <a:ext cx="2880360" cy="13716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983480"/>
            <a:ext cx="2514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0284C7"/>
                </a:solidFill>
                <a:latin typeface="Segoe UI"/>
              </a:rPr>
              <a:t>B2C   ·   PATIENTS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Pay one price for the whole journey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Chat · edit the plan · confirm the pass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31920" y="5330952"/>
            <a:ext cx="566928" cy="310896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26864" y="480060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9744" y="4956048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BAE6FD"/>
                </a:solidFill>
                <a:latin typeface="Segoe UI"/>
              </a:rPr>
              <a:t>SaaS MARKETPLACE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MedBridge Pass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E0F2FE"/>
                </a:solidFill>
                <a:latin typeface="Segoe UI"/>
              </a:rPr>
              <a:t>Take rate per line: treatment 12% · doctor 10% ·
hotel &amp; transport 8% · ferry 5%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690104" y="5330952"/>
            <a:ext cx="566928" cy="310896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85048" y="4800600"/>
            <a:ext cx="2926080" cy="13716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67928" y="4983480"/>
            <a:ext cx="25603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  <a:latin typeface="Segoe UI"/>
              </a:rPr>
              <a:t>B2B   ·   PARTNERS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Hospitals · ferries · hotels · transport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Own portal: arrivals, rates, caseload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FADAA98-7960-48D2-BB8B-8F949B11D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886" y="315890"/>
            <a:ext cx="3557682" cy="3711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Segoe UI"/>
              </a:rPr>
              <a:t>From a sentence to an approved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9264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Segoe UI"/>
              </a:rPr>
              <a:t>AI does the understanding. A person does the deciding.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66928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284C7"/>
                </a:solidFill>
                <a:latin typeface="Segoe UI"/>
              </a:rPr>
              <a:t>106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feature tests, all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1964131" cy="9144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700784"/>
            <a:ext cx="1781251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Visitor describes
what they need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31643" y="1929384"/>
            <a:ext cx="219456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78531" y="1572768"/>
            <a:ext cx="1964131" cy="9144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9971" y="1700784"/>
            <a:ext cx="1781251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AI returns structured
slots — never prose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70094" y="1929384"/>
            <a:ext cx="219456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16982" y="1572768"/>
            <a:ext cx="1964131" cy="9144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08422" y="1700784"/>
            <a:ext cx="1781251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Bundle priced from
the catalogue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08545" y="1929384"/>
            <a:ext cx="219456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55433" y="1572768"/>
            <a:ext cx="1964131" cy="9144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 w="222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46873" y="1700784"/>
            <a:ext cx="1781251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HUMAN APPROVAL
the hard gate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46996" y="1929384"/>
            <a:ext cx="219456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593884" y="1572768"/>
            <a:ext cx="1964131" cy="9144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85324" y="1700784"/>
            <a:ext cx="1781251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Patient pass issued
/itinerary/:token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23560"/>
            <a:ext cx="10917936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788152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No auto-approve. No bulk approve. No confidence-based release.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One endpoint mints a patient link, and it requires a named approver. A dead model degrades to a human, never to a dropped patient.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912326A-3D63-4C31-8905-91475237C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62915"/>
            <a:ext cx="4884522" cy="278489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F8FC4EB-9EB6-4695-BCD5-941193DF3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842" y="2660904"/>
            <a:ext cx="3116318" cy="273553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08EEAFD-97A8-41A1-AAE5-42F3FD775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998" y="2651760"/>
            <a:ext cx="2569349" cy="24972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237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Segoe UI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BPS KOTA BATAM</cp:lastModifiedBy>
  <cp:revision>2</cp:revision>
  <dcterms:created xsi:type="dcterms:W3CDTF">2013-01-27T09:14:16Z</dcterms:created>
  <dcterms:modified xsi:type="dcterms:W3CDTF">2026-08-15T17:15:13Z</dcterms:modified>
  <cp:category/>
</cp:coreProperties>
</file>